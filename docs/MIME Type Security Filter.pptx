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5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5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77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6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1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27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19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3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4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6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76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15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B41B23-78C4-4511-549B-DD2326338F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6997" b="26755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2D6A577B-C11F-644A-A004-551B96B07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tr-TR" sz="6000" dirty="0">
                <a:solidFill>
                  <a:srgbClr val="FFFFFF"/>
                </a:solidFill>
                <a:latin typeface="Amasis MT Pro Black" panose="02040A04050005020304" pitchFamily="18" charset="0"/>
              </a:rPr>
              <a:t> MIME Type Security Filter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066FFA5-F5FA-8B65-EA57-7328557FC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tr-TR" sz="1600" dirty="0">
                <a:solidFill>
                  <a:srgbClr val="FFFFFF"/>
                </a:solidFill>
                <a:latin typeface="Amasis MT Pro" panose="02040504050005020304" pitchFamily="18" charset="0"/>
              </a:rPr>
              <a:t>Web Güvenliği ve Dosya Yükleme Analizi</a:t>
            </a:r>
          </a:p>
          <a:p>
            <a:pPr>
              <a:lnSpc>
                <a:spcPct val="120000"/>
              </a:lnSpc>
            </a:pPr>
            <a:r>
              <a:rPr lang="tr-TR" sz="1600" dirty="0">
                <a:solidFill>
                  <a:srgbClr val="FFFFFF"/>
                </a:solidFill>
                <a:latin typeface="Amasis MT Pro" panose="02040504050005020304" pitchFamily="18" charset="0"/>
              </a:rPr>
              <a:t>ARDA İSMAİLOĞLU </a:t>
            </a:r>
          </a:p>
          <a:p>
            <a:pPr>
              <a:lnSpc>
                <a:spcPct val="120000"/>
              </a:lnSpc>
            </a:pPr>
            <a:r>
              <a:rPr lang="tr-TR" sz="1600" dirty="0">
                <a:solidFill>
                  <a:srgbClr val="FFFFFF"/>
                </a:solidFill>
                <a:latin typeface="Amasis MT Pro" panose="02040504050005020304" pitchFamily="18" charset="0"/>
              </a:rPr>
              <a:t>2420161038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373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3549FA9-B2B8-E6A0-1C57-0300DEF1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b="0" dirty="0">
                <a:latin typeface="Amasis MT Pro Black" panose="02040A04050005020304" pitchFamily="18" charset="0"/>
              </a:rPr>
              <a:t>Güvenlik Riski: MIME Sniffing</a:t>
            </a:r>
            <a:endParaRPr lang="tr-TR" dirty="0">
              <a:latin typeface="Amasis MT Pro Black" panose="02040A04050005020304" pitchFamily="18" charset="0"/>
            </a:endParaRPr>
          </a:p>
        </p:txBody>
      </p:sp>
      <p:pic>
        <p:nvPicPr>
          <p:cNvPr id="7" name="Graphic 6" descr="Dizüstü Güvenli">
            <a:extLst>
              <a:ext uri="{FF2B5EF4-FFF2-40B4-BE49-F238E27FC236}">
                <a16:creationId xmlns:a16="http://schemas.microsoft.com/office/drawing/2014/main" id="{014786FA-D467-0674-FCA0-3EB6FEECD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35234E3-E4AC-E457-6F79-21A0EB96F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latin typeface="Amasis MT Pro" panose="02040504050005020304" pitchFamily="18" charset="0"/>
              </a:rPr>
              <a:t>Web siteleri genellikle sadece dosya uzantısına (Örn: .jpg) bakar.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latin typeface="Amasis MT Pro" panose="02040504050005020304" pitchFamily="18" charset="0"/>
              </a:rPr>
              <a:t>Saldırganlar, zararlı .exe dosyalarının adını .jpg yaparak sistemi kandırabilir.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latin typeface="Amasis MT Pro" panose="02040504050005020304" pitchFamily="18" charset="0"/>
              </a:rPr>
              <a:t>Bu duruma "Extension Spoofing" denir.</a:t>
            </a:r>
          </a:p>
          <a:p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97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9EFF52-6EA5-87A1-2609-72A19BA93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b="0" dirty="0">
                <a:latin typeface="Amasis MT Pro Black" panose="02040A04050005020304" pitchFamily="18" charset="0"/>
              </a:rPr>
              <a:t>Magic Byte (Binary) Analizi</a:t>
            </a:r>
            <a:endParaRPr lang="tr-TR" dirty="0">
              <a:latin typeface="Amasis MT Pro Black" panose="02040A04050005020304" pitchFamily="18" charset="0"/>
            </a:endParaRPr>
          </a:p>
        </p:txBody>
      </p:sp>
      <p:pic>
        <p:nvPicPr>
          <p:cNvPr id="7" name="Graphic 6" descr="Cihazlar">
            <a:extLst>
              <a:ext uri="{FF2B5EF4-FFF2-40B4-BE49-F238E27FC236}">
                <a16:creationId xmlns:a16="http://schemas.microsoft.com/office/drawing/2014/main" id="{064D9E9B-C37F-1C4B-FCEB-BDEB28919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F22D74-B45F-F18B-15B4-1A5F15E21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latin typeface="Amasis MT Pro" panose="02040504050005020304" pitchFamily="18" charset="0"/>
              </a:rPr>
              <a:t>Projemiz dosya adına değil, dosyanın içeriğine (Header Hex Kodları) bakar.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latin typeface="Amasis MT Pro" panose="02040504050005020304" pitchFamily="18" charset="0"/>
              </a:rPr>
              <a:t>Python magic kütüphanesi kullanılarak gerçek dosya türü tespit edilir.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b="1" dirty="0">
                <a:latin typeface="Amasis MT Pro Black" panose="02040A04050005020304" pitchFamily="18" charset="0"/>
              </a:rPr>
              <a:t>Örnek:</a:t>
            </a:r>
            <a:r>
              <a:rPr lang="tr-TR" dirty="0">
                <a:latin typeface="Amasis MT Pro Black" panose="02040A04050005020304" pitchFamily="18" charset="0"/>
              </a:rPr>
              <a:t> </a:t>
            </a:r>
            <a:r>
              <a:rPr lang="tr-TR" dirty="0">
                <a:latin typeface="Amasis MT Pro" panose="02040504050005020304" pitchFamily="18" charset="0"/>
              </a:rPr>
              <a:t>Dosya adı .jpg olsa bile, içeriği binary değilse yükleme engellenir.</a:t>
            </a:r>
          </a:p>
          <a:p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74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C6A4B1F-D8FE-E768-1A9D-5FBFFAB6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b="0" dirty="0">
                <a:latin typeface="Amasis MT Pro Black" panose="02040A04050005020304" pitchFamily="18" charset="0"/>
              </a:rPr>
              <a:t>Kullanılan Teknolojiler</a:t>
            </a:r>
            <a:endParaRPr lang="tr-TR" dirty="0">
              <a:latin typeface="Amasis MT Pro Black" panose="02040A04050005020304" pitchFamily="18" charset="0"/>
            </a:endParaRPr>
          </a:p>
        </p:txBody>
      </p:sp>
      <p:pic>
        <p:nvPicPr>
          <p:cNvPr id="7" name="Graphic 6" descr="Robot Ana hat">
            <a:extLst>
              <a:ext uri="{FF2B5EF4-FFF2-40B4-BE49-F238E27FC236}">
                <a16:creationId xmlns:a16="http://schemas.microsoft.com/office/drawing/2014/main" id="{29A68800-9F3A-BD5D-E94D-CD44715B2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A13237-857A-A247-C0B0-DD203440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b="1" dirty="0">
                <a:latin typeface="Amasis MT Pro Black" panose="02040A04050005020304" pitchFamily="18" charset="0"/>
              </a:rPr>
              <a:t>Dil:</a:t>
            </a:r>
            <a:r>
              <a:rPr lang="tr-TR" dirty="0">
                <a:latin typeface="Amasis MT Pro Black" panose="02040A04050005020304" pitchFamily="18" charset="0"/>
              </a:rPr>
              <a:t> </a:t>
            </a:r>
            <a:r>
              <a:rPr lang="tr-TR" dirty="0">
                <a:latin typeface="Amasis MT Pro" panose="02040504050005020304" pitchFamily="18" charset="0"/>
              </a:rPr>
              <a:t>Python 3.x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b="1" dirty="0">
              <a:latin typeface="Amasis MT Pro Black" panose="02040A040500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b="1" dirty="0">
                <a:latin typeface="Amasis MT Pro Black" panose="02040A04050005020304" pitchFamily="18" charset="0"/>
              </a:rPr>
              <a:t>Framework:</a:t>
            </a:r>
            <a:r>
              <a:rPr lang="tr-TR" dirty="0">
                <a:latin typeface="Amasis MT Pro Black" panose="02040A04050005020304" pitchFamily="18" charset="0"/>
              </a:rPr>
              <a:t> </a:t>
            </a:r>
            <a:r>
              <a:rPr lang="tr-TR" dirty="0">
                <a:latin typeface="Amasis MT Pro" panose="02040504050005020304" pitchFamily="18" charset="0"/>
              </a:rPr>
              <a:t>Flask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b="1" dirty="0">
              <a:latin typeface="Amasis MT Pro Black" panose="02040A040500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b="1" dirty="0">
                <a:latin typeface="Amasis MT Pro Black" panose="02040A04050005020304" pitchFamily="18" charset="0"/>
              </a:rPr>
              <a:t>Güvenlik:</a:t>
            </a:r>
            <a:r>
              <a:rPr lang="tr-TR" dirty="0">
                <a:latin typeface="Amasis MT Pro Black" panose="02040A04050005020304" pitchFamily="18" charset="0"/>
              </a:rPr>
              <a:t> </a:t>
            </a:r>
            <a:r>
              <a:rPr lang="tr-TR" dirty="0">
                <a:latin typeface="Amasis MT Pro" panose="02040504050005020304" pitchFamily="18" charset="0"/>
              </a:rPr>
              <a:t>python-magic-bin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b="1" dirty="0">
              <a:latin typeface="Amasis MT Pro Black" panose="02040A040500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b="1" dirty="0">
                <a:latin typeface="Amasis MT Pro Black" panose="02040A04050005020304" pitchFamily="18" charset="0"/>
              </a:rPr>
              <a:t>Otomasyon:</a:t>
            </a:r>
            <a:r>
              <a:rPr lang="tr-TR" dirty="0">
                <a:latin typeface="Amasis MT Pro Black" panose="02040A04050005020304" pitchFamily="18" charset="0"/>
              </a:rPr>
              <a:t> </a:t>
            </a:r>
            <a:r>
              <a:rPr lang="tr-TR" dirty="0">
                <a:latin typeface="Amasis MT Pro" panose="02040504050005020304" pitchFamily="18" charset="0"/>
              </a:rPr>
              <a:t>Batch Script (.bat) ile tek tıkla kurulum ve Auto-Check.</a:t>
            </a:r>
          </a:p>
          <a:p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0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8D870AC-0799-C7EA-F7DE-D2550CB8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tr-TR" b="0" dirty="0">
                <a:latin typeface="Amasis MT Pro Black" panose="02040A04050005020304" pitchFamily="18" charset="0"/>
              </a:rPr>
              <a:t>Proje Çıktıları</a:t>
            </a:r>
            <a:endParaRPr lang="tr-TR" dirty="0">
              <a:latin typeface="Amasis MT Pro Black" panose="02040A04050005020304" pitchFamily="18" charset="0"/>
            </a:endParaRPr>
          </a:p>
        </p:txBody>
      </p:sp>
      <p:pic>
        <p:nvPicPr>
          <p:cNvPr id="7" name="Graphic 6" descr="Kağıt Öğütücü">
            <a:extLst>
              <a:ext uri="{FF2B5EF4-FFF2-40B4-BE49-F238E27FC236}">
                <a16:creationId xmlns:a16="http://schemas.microsoft.com/office/drawing/2014/main" id="{F66B6650-F12F-4787-DA81-9E7395970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9FA6EE-4333-E5DE-7768-6656EAA4C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latin typeface="Amasis MT Pro" panose="02040504050005020304" pitchFamily="18" charset="0"/>
              </a:rPr>
              <a:t>Dosya türleri %100 doğrulukla tespit ediliyor.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latin typeface="Amasis MT Pro" panose="02040504050005020304" pitchFamily="18" charset="0"/>
              </a:rPr>
              <a:t>Sahte dosyalar (Fake Extensions) engelleniyor.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>
                <a:latin typeface="Amasis MT Pro" panose="02040504050005020304" pitchFamily="18" charset="0"/>
              </a:rPr>
              <a:t>Sistem kendi kendini test edebiliyor (Self-Check).</a:t>
            </a:r>
            <a:br>
              <a:rPr lang="tr-TR" dirty="0"/>
            </a:br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00411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154</Words>
  <Application>Microsoft Office PowerPoint</Application>
  <PresentationFormat>Geniş ekran</PresentationFormat>
  <Paragraphs>24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Amasis MT Pro</vt:lpstr>
      <vt:lpstr>Amasis MT Pro Black</vt:lpstr>
      <vt:lpstr>Arial</vt:lpstr>
      <vt:lpstr>Grandview Display</vt:lpstr>
      <vt:lpstr>Wingdings</vt:lpstr>
      <vt:lpstr>DashVTI</vt:lpstr>
      <vt:lpstr> MIME Type Security Filter</vt:lpstr>
      <vt:lpstr>Güvenlik Riski: MIME Sniffing</vt:lpstr>
      <vt:lpstr>Magic Byte (Binary) Analizi</vt:lpstr>
      <vt:lpstr>Kullanılan Teknolojiler</vt:lpstr>
      <vt:lpstr>Proje Çıktıları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Arda İSMAİLOĞLU</dc:creator>
  <cp:lastModifiedBy>Arda İSMAİLOĞLU</cp:lastModifiedBy>
  <cp:revision>1</cp:revision>
  <dcterms:created xsi:type="dcterms:W3CDTF">2026-01-19T17:32:26Z</dcterms:created>
  <dcterms:modified xsi:type="dcterms:W3CDTF">2026-01-19T17:41:24Z</dcterms:modified>
</cp:coreProperties>
</file>